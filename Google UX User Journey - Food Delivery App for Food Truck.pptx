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Google Sans"/>
      <p:regular r:id="rId8"/>
      <p:bold r:id="rId9"/>
      <p:italic r:id="rId10"/>
      <p:boldItalic r:id="rId11"/>
    </p:embeddedFont>
    <p:embeddedFont>
      <p:font typeface="Google Sans Medium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220F11-1D78-4950-BDDC-E9DA349667CF}">
  <a:tblStyle styleId="{26220F11-1D78-4950-BDDC-E9DA349667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boldItalic.fntdata"/><Relationship Id="rId10" Type="http://schemas.openxmlformats.org/officeDocument/2006/relationships/font" Target="fonts/GoogleSans-italic.fntdata"/><Relationship Id="rId13" Type="http://schemas.openxmlformats.org/officeDocument/2006/relationships/font" Target="fonts/GoogleSansMedium-bold.fntdata"/><Relationship Id="rId12" Type="http://schemas.openxmlformats.org/officeDocument/2006/relationships/font" Target="fonts/GoogleSans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GoogleSans-bold.fntdata"/><Relationship Id="rId15" Type="http://schemas.openxmlformats.org/officeDocument/2006/relationships/font" Target="fonts/GoogleSansMedium-boldItalic.fntdata"/><Relationship Id="rId14" Type="http://schemas.openxmlformats.org/officeDocument/2006/relationships/font" Target="fonts/GoogleSans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Google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erial Title: White Text" type="title">
  <p:cSld name="TITLE">
    <p:bg>
      <p:bgPr>
        <a:solidFill>
          <a:srgbClr val="05050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/>
          <p:nvPr>
            <p:ph idx="2"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erial Title: Black Text">
  <p:cSld name="TITLE_6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2"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">
  <p:cSld name="TITLE_6_1">
    <p:bg>
      <p:bgPr>
        <a:solidFill>
          <a:srgbClr val="C6DAF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2" type="title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 1">
  <p:cSld name="TITLE_6_1_1">
    <p:bg>
      <p:bgPr>
        <a:solidFill>
          <a:srgbClr val="FAD2C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2" type="title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 1 1">
  <p:cSld name="TITLE_6_1_1_1">
    <p:bg>
      <p:bgPr>
        <a:solidFill>
          <a:srgbClr val="CEEAD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2" type="title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 1 1 1">
  <p:cSld name="TITLE_6_1_1_1_1">
    <p:bg>
      <p:bgPr>
        <a:solidFill>
          <a:srgbClr val="FEEFC3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2" type="title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rect b="b" l="l" r="r" t="t"/>
            <a:pathLst>
              <a:path extrusionOk="0" h="204938" w="251408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/>
          <p:nvPr>
            <p:ph idx="2" type="title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3" type="title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4" type="title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2" type="title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_AND_BODY_1_2">
    <p:bg>
      <p:bgPr>
        <a:solidFill>
          <a:srgbClr val="05050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1" name="Google Shape;91;p22"/>
          <p:cNvSpPr txBox="1"/>
          <p:nvPr>
            <p:ph idx="2" type="title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rect b="b" l="l" r="r" t="t"/>
            <a:pathLst>
              <a:path extrusionOk="0" h="204938" w="251408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/>
          <p:nvPr>
            <p:ph idx="2" type="title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7" name="Google Shape;97;p23"/>
          <p:cNvSpPr txBox="1"/>
          <p:nvPr>
            <p:ph idx="3" type="title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4" type="title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5" type="title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3"/>
          <p:cNvSpPr txBox="1"/>
          <p:nvPr>
            <p:ph idx="6" type="title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7" type="title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idx="8" type="title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5" name="Google Shape;105;p23"/>
          <p:cNvSpPr txBox="1"/>
          <p:nvPr>
            <p:ph idx="9" type="title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7">
  <p:cSld name="TITLE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0" name="Google Shape;110;p24"/>
          <p:cNvSpPr txBox="1"/>
          <p:nvPr>
            <p:ph idx="1" type="subTitle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1" name="Google Shape;11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Big Text 1">
  <p:cSld name="CUSTOM_1_3_1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/>
          <p:nvPr>
            <p:ph idx="2" type="body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683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indent="-3683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indent="-3683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indent="-3683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indent="-3683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indent="-3683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indent="-3683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indent="-3683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/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rect b="b" l="l" r="r" t="t"/>
            <a:pathLst>
              <a:path extrusionOk="0" h="204938" w="251408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erial Title: Black Text 1">
  <p:cSld name="TITLE_6_2">
    <p:bg>
      <p:bgPr>
        <a:solidFill>
          <a:srgbClr val="1DE9B6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6"/>
          <p:cNvSpPr txBox="1"/>
          <p:nvPr>
            <p:ph idx="2"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line title">
  <p:cSld name="BLANK_5_1_2_1_2"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1" type="subTitle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ith title">
  <p:cSld name="CUSTOM_2_1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171675" y="55350"/>
            <a:ext cx="4770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Persona: Mark Finnigan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71664" y="36505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A fast and most convenient way to receive orders from his favorite food truck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/>
        </p:nvGraphicFramePr>
        <p:xfrm>
          <a:off x="215625" y="63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{26220F11-1D78-4950-BDDC-E9DA349667CF}</a:tableStyleId>
              </a:tblPr>
              <a:tblGrid>
                <a:gridCol w="1430350"/>
                <a:gridCol w="1430350"/>
                <a:gridCol w="1430350"/>
                <a:gridCol w="1410775"/>
                <a:gridCol w="1449925"/>
                <a:gridCol w="1430350"/>
              </a:tblGrid>
              <a:tr h="71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b="1"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Collect Orders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Locate the Closest Food Truck Available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Submit Order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Wait for Order Completion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Pick Up Orders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</a:tr>
              <a:tr h="1315700">
                <a:tc>
                  <a:txBody>
                    <a:bodyPr/>
                    <a:lstStyle/>
                    <a:p>
                      <a:pPr indent="-114300" lvl="0" marL="177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b="1"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Make order for himself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Collect orders from his family members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Check with food truck locations and schedules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Select the truck closest to the specified location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Relay mobile order to the food truck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Double-check order for accuracy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Initiate checkout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Follow up with the order queue.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Follow up with the current progress for orders made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Pick up orders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Check that orders are correct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99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EMOTIONS</a:t>
                      </a:r>
                      <a:endParaRPr b="1"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Excited about ordering food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Worried about making order errors 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Excited about getting food orders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Worried about orders  not processed through the chosen food truck.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Excited about food selections made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Nervous about multiple orders missing the food preferences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Stressed about entering each order one-by-one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Anxious about time and order process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Relieved that orders are ready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 that everyone’s orders are correct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50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b="1"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11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Offer a way to easily collect multiple orders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Include features for locating closest food trucks that are open and available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Include features for configuring food preferences per item type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Offer a way to easily collect multiple orders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Include availability preferences that keep the food truck informed of any update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